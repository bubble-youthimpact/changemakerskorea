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72" r:id="rId3"/>
    <p:sldId id="258" r:id="rId4"/>
    <p:sldId id="286" r:id="rId5"/>
    <p:sldId id="280" r:id="rId6"/>
    <p:sldId id="271" r:id="rId7"/>
    <p:sldId id="287" r:id="rId8"/>
    <p:sldId id="283" r:id="rId9"/>
    <p:sldId id="284" r:id="rId10"/>
    <p:sldId id="285" r:id="rId11"/>
    <p:sldId id="288"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0562"/>
  </p:normalViewPr>
  <p:slideViewPr>
    <p:cSldViewPr snapToGrid="0">
      <p:cViewPr>
        <p:scale>
          <a:sx n="182" d="100"/>
          <a:sy n="182" d="100"/>
        </p:scale>
        <p:origin x="223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802140-F9B2-6845-B04A-1039CDC8D679}" type="datetimeFigureOut">
              <a:rPr kumimoji="1" lang="ko-KR" altLang="en-US" smtClean="0"/>
              <a:t>2024. 1. 8.</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C6C47-F13A-9D48-944C-5E29D9501CFB}" type="slidenum">
              <a:rPr kumimoji="1" lang="ko-KR" altLang="en-US" smtClean="0"/>
              <a:t>‹#›</a:t>
            </a:fld>
            <a:endParaRPr kumimoji="1" lang="ko-KR" altLang="en-US"/>
          </a:p>
        </p:txBody>
      </p:sp>
    </p:spTree>
    <p:extLst>
      <p:ext uri="{BB962C8B-B14F-4D97-AF65-F5344CB8AC3E}">
        <p14:creationId xmlns:p14="http://schemas.microsoft.com/office/powerpoint/2010/main" val="21310983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8A0C6C47-F13A-9D48-944C-5E29D9501CFB}" type="slidenum">
              <a:rPr kumimoji="1" lang="ko-KR" altLang="en-US" smtClean="0"/>
              <a:t>1</a:t>
            </a:fld>
            <a:endParaRPr kumimoji="1" lang="ko-KR" altLang="en-US"/>
          </a:p>
        </p:txBody>
      </p:sp>
    </p:spTree>
    <p:extLst>
      <p:ext uri="{BB962C8B-B14F-4D97-AF65-F5344CB8AC3E}">
        <p14:creationId xmlns:p14="http://schemas.microsoft.com/office/powerpoint/2010/main" val="106532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8A0C6C47-F13A-9D48-944C-5E29D9501CFB}" type="slidenum">
              <a:rPr kumimoji="1" lang="ko-KR" altLang="en-US" smtClean="0"/>
              <a:t>2</a:t>
            </a:fld>
            <a:endParaRPr kumimoji="1" lang="ko-KR" altLang="en-US"/>
          </a:p>
        </p:txBody>
      </p:sp>
    </p:spTree>
    <p:extLst>
      <p:ext uri="{BB962C8B-B14F-4D97-AF65-F5344CB8AC3E}">
        <p14:creationId xmlns:p14="http://schemas.microsoft.com/office/powerpoint/2010/main" val="3636319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21446D-B4E3-3C0D-A51D-4FA68E45D374}"/>
              </a:ext>
            </a:extLst>
          </p:cNvPr>
          <p:cNvSpPr>
            <a:spLocks noGrp="1"/>
          </p:cNvSpPr>
          <p:nvPr>
            <p:ph type="ctrTitle"/>
          </p:nvPr>
        </p:nvSpPr>
        <p:spPr>
          <a:xfrm>
            <a:off x="1524000" y="1122363"/>
            <a:ext cx="9144000" cy="2387600"/>
          </a:xfrm>
        </p:spPr>
        <p:txBody>
          <a:bodyPr anchor="b"/>
          <a:lstStyle>
            <a:lvl1pPr algn="ctr">
              <a:defRPr sz="6000"/>
            </a:lvl1pPr>
          </a:lstStyle>
          <a:p>
            <a:r>
              <a:rPr kumimoji="1" lang="ko-KR" altLang="en-US"/>
              <a:t>마스터 제목 스타일 편집</a:t>
            </a:r>
          </a:p>
        </p:txBody>
      </p:sp>
      <p:sp>
        <p:nvSpPr>
          <p:cNvPr id="3" name="부제목 2">
            <a:extLst>
              <a:ext uri="{FF2B5EF4-FFF2-40B4-BE49-F238E27FC236}">
                <a16:creationId xmlns:a16="http://schemas.microsoft.com/office/drawing/2014/main" id="{F957D78A-9F7E-25B3-6F22-9EEA0087EE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p>
        </p:txBody>
      </p:sp>
      <p:sp>
        <p:nvSpPr>
          <p:cNvPr id="4" name="날짜 개체 틀 3">
            <a:extLst>
              <a:ext uri="{FF2B5EF4-FFF2-40B4-BE49-F238E27FC236}">
                <a16:creationId xmlns:a16="http://schemas.microsoft.com/office/drawing/2014/main" id="{15A84F5D-9A91-3063-5B6C-2A3E5209E2CC}"/>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B3A8B0A4-66B2-0D8B-7D72-B026A33F3AC0}"/>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677604BE-3D5C-50B1-6E57-8AE957B259B2}"/>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3065965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DC58DF-25AC-F17B-99A5-1B107A4CBD49}"/>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B4E0E340-8D53-5969-3385-EA37E50512A7}"/>
              </a:ext>
            </a:extLst>
          </p:cNvPr>
          <p:cNvSpPr>
            <a:spLocks noGrp="1"/>
          </p:cNvSpPr>
          <p:nvPr>
            <p:ph idx="1"/>
          </p:nvPr>
        </p:nvSpPr>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81830A4B-74B1-D41E-619F-4BDB9546451B}"/>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D22DF02F-9F49-0AE8-C422-EAF91E8E5CBD}"/>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B9E066E5-3044-BC51-86E5-03ED2264B61A}"/>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3801406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4088EEE-A819-4DA7-D897-3ED08A2F69E3}"/>
              </a:ext>
            </a:extLst>
          </p:cNvPr>
          <p:cNvSpPr>
            <a:spLocks noGrp="1"/>
          </p:cNvSpPr>
          <p:nvPr>
            <p:ph type="title"/>
          </p:nvPr>
        </p:nvSpPr>
        <p:spPr>
          <a:xfrm>
            <a:off x="831850" y="1709738"/>
            <a:ext cx="10515600" cy="2852737"/>
          </a:xfrm>
        </p:spPr>
        <p:txBody>
          <a:bodyPr anchor="b"/>
          <a:lstStyle>
            <a:lvl1pPr>
              <a:defRPr sz="6000"/>
            </a:lvl1pPr>
          </a:lstStyle>
          <a:p>
            <a:r>
              <a:rPr kumimoji="1" lang="ko-KR" altLang="en-US"/>
              <a:t>마스터 제목 스타일 편집</a:t>
            </a:r>
          </a:p>
        </p:txBody>
      </p:sp>
      <p:sp>
        <p:nvSpPr>
          <p:cNvPr id="3" name="텍스트 개체 틀 2">
            <a:extLst>
              <a:ext uri="{FF2B5EF4-FFF2-40B4-BE49-F238E27FC236}">
                <a16:creationId xmlns:a16="http://schemas.microsoft.com/office/drawing/2014/main" id="{14377D6F-4AC3-BF3C-C50F-02B2B98F83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3E0173B7-934E-5F83-DE3A-52888845AFDA}"/>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DB667278-A38F-742C-9F0D-AF14F53E3531}"/>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101E698D-1317-ACDA-7DA5-DB6293013EEA}"/>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17473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2B2C29-E185-7E61-F0DD-851C623053FA}"/>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DA2D9BDD-CF60-7DD3-348C-2B9058B5D5FF}"/>
              </a:ext>
            </a:extLst>
          </p:cNvPr>
          <p:cNvSpPr>
            <a:spLocks noGrp="1"/>
          </p:cNvSpPr>
          <p:nvPr>
            <p:ph sz="half" idx="1"/>
          </p:nvPr>
        </p:nvSpPr>
        <p:spPr>
          <a:xfrm>
            <a:off x="838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내용 개체 틀 3">
            <a:extLst>
              <a:ext uri="{FF2B5EF4-FFF2-40B4-BE49-F238E27FC236}">
                <a16:creationId xmlns:a16="http://schemas.microsoft.com/office/drawing/2014/main" id="{6FC8E834-9748-F385-6DD8-0870AAB0C393}"/>
              </a:ext>
            </a:extLst>
          </p:cNvPr>
          <p:cNvSpPr>
            <a:spLocks noGrp="1"/>
          </p:cNvSpPr>
          <p:nvPr>
            <p:ph sz="half" idx="2"/>
          </p:nvPr>
        </p:nvSpPr>
        <p:spPr>
          <a:xfrm>
            <a:off x="6172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날짜 개체 틀 4">
            <a:extLst>
              <a:ext uri="{FF2B5EF4-FFF2-40B4-BE49-F238E27FC236}">
                <a16:creationId xmlns:a16="http://schemas.microsoft.com/office/drawing/2014/main" id="{381E32A1-5A38-8A3F-DABA-0C78FA19C268}"/>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6" name="바닥글 개체 틀 5">
            <a:extLst>
              <a:ext uri="{FF2B5EF4-FFF2-40B4-BE49-F238E27FC236}">
                <a16:creationId xmlns:a16="http://schemas.microsoft.com/office/drawing/2014/main" id="{D1781A99-FA9D-5868-4F99-6C9A81075103}"/>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8DB2044E-E888-20BB-41C3-5C49E30FE19D}"/>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2668392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FE20C0-4B1B-6FC2-8006-3314B44DB99D}"/>
              </a:ext>
            </a:extLst>
          </p:cNvPr>
          <p:cNvSpPr>
            <a:spLocks noGrp="1"/>
          </p:cNvSpPr>
          <p:nvPr>
            <p:ph type="title"/>
          </p:nvPr>
        </p:nvSpPr>
        <p:spPr>
          <a:xfrm>
            <a:off x="839788" y="365125"/>
            <a:ext cx="10515600" cy="1325563"/>
          </a:xfrm>
        </p:spPr>
        <p:txBody>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9EFF631E-9E4A-CADC-0071-7519A79DBE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FA2D85E0-CD9C-7519-BA8B-37D7A9EF8F7E}"/>
              </a:ext>
            </a:extLst>
          </p:cNvPr>
          <p:cNvSpPr>
            <a:spLocks noGrp="1"/>
          </p:cNvSpPr>
          <p:nvPr>
            <p:ph sz="half" idx="2"/>
          </p:nvPr>
        </p:nvSpPr>
        <p:spPr>
          <a:xfrm>
            <a:off x="839788" y="2505075"/>
            <a:ext cx="5157787"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텍스트 개체 틀 4">
            <a:extLst>
              <a:ext uri="{FF2B5EF4-FFF2-40B4-BE49-F238E27FC236}">
                <a16:creationId xmlns:a16="http://schemas.microsoft.com/office/drawing/2014/main" id="{68FE7C19-E7CE-8AAA-216B-72A4A952B4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F59854BF-20D2-2270-4E6D-C3AD4C483480}"/>
              </a:ext>
            </a:extLst>
          </p:cNvPr>
          <p:cNvSpPr>
            <a:spLocks noGrp="1"/>
          </p:cNvSpPr>
          <p:nvPr>
            <p:ph sz="quarter" idx="4"/>
          </p:nvPr>
        </p:nvSpPr>
        <p:spPr>
          <a:xfrm>
            <a:off x="6172200" y="2505075"/>
            <a:ext cx="5183188"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7" name="날짜 개체 틀 6">
            <a:extLst>
              <a:ext uri="{FF2B5EF4-FFF2-40B4-BE49-F238E27FC236}">
                <a16:creationId xmlns:a16="http://schemas.microsoft.com/office/drawing/2014/main" id="{42085B7F-3B6F-4852-6C56-7C42265B9F66}"/>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8" name="바닥글 개체 틀 7">
            <a:extLst>
              <a:ext uri="{FF2B5EF4-FFF2-40B4-BE49-F238E27FC236}">
                <a16:creationId xmlns:a16="http://schemas.microsoft.com/office/drawing/2014/main" id="{51AA26FE-2CE5-BEC3-542A-4F88BEE0C474}"/>
              </a:ext>
            </a:extLst>
          </p:cNvPr>
          <p:cNvSpPr>
            <a:spLocks noGrp="1"/>
          </p:cNvSpPr>
          <p:nvPr>
            <p:ph type="ftr" sz="quarter" idx="11"/>
          </p:nvPr>
        </p:nvSpPr>
        <p:spPr/>
        <p:txBody>
          <a:bodyPr/>
          <a:lstStyle/>
          <a:p>
            <a:endParaRPr kumimoji="1" lang="ko-KR" altLang="en-US"/>
          </a:p>
        </p:txBody>
      </p:sp>
      <p:sp>
        <p:nvSpPr>
          <p:cNvPr id="9" name="슬라이드 번호 개체 틀 8">
            <a:extLst>
              <a:ext uri="{FF2B5EF4-FFF2-40B4-BE49-F238E27FC236}">
                <a16:creationId xmlns:a16="http://schemas.microsoft.com/office/drawing/2014/main" id="{F0E104BE-8A9C-7388-90BE-E445F39FEEB7}"/>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173162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81B6DA-AE53-553D-F3AB-197426D7570C}"/>
              </a:ext>
            </a:extLst>
          </p:cNvPr>
          <p:cNvSpPr>
            <a:spLocks noGrp="1"/>
          </p:cNvSpPr>
          <p:nvPr>
            <p:ph type="title"/>
          </p:nvPr>
        </p:nvSpPr>
        <p:spPr/>
        <p:txBody>
          <a:bodyPr/>
          <a:lstStyle/>
          <a:p>
            <a:r>
              <a:rPr kumimoji="1" lang="ko-KR" altLang="en-US"/>
              <a:t>마스터 제목 스타일 편집</a:t>
            </a:r>
          </a:p>
        </p:txBody>
      </p:sp>
      <p:sp>
        <p:nvSpPr>
          <p:cNvPr id="3" name="날짜 개체 틀 2">
            <a:extLst>
              <a:ext uri="{FF2B5EF4-FFF2-40B4-BE49-F238E27FC236}">
                <a16:creationId xmlns:a16="http://schemas.microsoft.com/office/drawing/2014/main" id="{CB7D430E-0FB6-64B6-E873-08C159ED7865}"/>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4" name="바닥글 개체 틀 3">
            <a:extLst>
              <a:ext uri="{FF2B5EF4-FFF2-40B4-BE49-F238E27FC236}">
                <a16:creationId xmlns:a16="http://schemas.microsoft.com/office/drawing/2014/main" id="{A04C2BEB-0461-D7D4-25DF-806FBE845EB7}"/>
              </a:ext>
            </a:extLst>
          </p:cNvPr>
          <p:cNvSpPr>
            <a:spLocks noGrp="1"/>
          </p:cNvSpPr>
          <p:nvPr>
            <p:ph type="ftr" sz="quarter" idx="11"/>
          </p:nvPr>
        </p:nvSpPr>
        <p:spPr/>
        <p:txBody>
          <a:bodyPr/>
          <a:lstStyle/>
          <a:p>
            <a:endParaRPr kumimoji="1" lang="ko-KR" altLang="en-US"/>
          </a:p>
        </p:txBody>
      </p:sp>
      <p:sp>
        <p:nvSpPr>
          <p:cNvPr id="5" name="슬라이드 번호 개체 틀 4">
            <a:extLst>
              <a:ext uri="{FF2B5EF4-FFF2-40B4-BE49-F238E27FC236}">
                <a16:creationId xmlns:a16="http://schemas.microsoft.com/office/drawing/2014/main" id="{358642CB-B9AE-69F7-CB2F-EC63ECF60914}"/>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30154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555B6E6D-81BF-A6CB-E6C8-2E5335AE721B}"/>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3" name="바닥글 개체 틀 2">
            <a:extLst>
              <a:ext uri="{FF2B5EF4-FFF2-40B4-BE49-F238E27FC236}">
                <a16:creationId xmlns:a16="http://schemas.microsoft.com/office/drawing/2014/main" id="{F182AC18-F354-B6B2-6413-36EDE1EEA9FF}"/>
              </a:ext>
            </a:extLst>
          </p:cNvPr>
          <p:cNvSpPr>
            <a:spLocks noGrp="1"/>
          </p:cNvSpPr>
          <p:nvPr>
            <p:ph type="ftr" sz="quarter" idx="1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46B18565-7FDB-5BB2-2078-3A2D400065A1}"/>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369973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166DF4-36B8-4C38-4B6D-E2FD46967775}"/>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내용 개체 틀 2">
            <a:extLst>
              <a:ext uri="{FF2B5EF4-FFF2-40B4-BE49-F238E27FC236}">
                <a16:creationId xmlns:a16="http://schemas.microsoft.com/office/drawing/2014/main" id="{7D2E0DF6-012D-E869-51FA-E5B2A8303D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텍스트 개체 틀 3">
            <a:extLst>
              <a:ext uri="{FF2B5EF4-FFF2-40B4-BE49-F238E27FC236}">
                <a16:creationId xmlns:a16="http://schemas.microsoft.com/office/drawing/2014/main" id="{D61360DB-E84B-4F88-74FF-AAD334D90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43898028-2BFB-B84D-A318-290775EAC216}"/>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6" name="바닥글 개체 틀 5">
            <a:extLst>
              <a:ext uri="{FF2B5EF4-FFF2-40B4-BE49-F238E27FC236}">
                <a16:creationId xmlns:a16="http://schemas.microsoft.com/office/drawing/2014/main" id="{27AEF599-660A-4003-44CD-E4B90204B84E}"/>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DF6651D6-B003-0C27-24DE-AE60B71FD9A8}"/>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3060216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B3DEC07-2F1E-4842-E890-3E2FDF6EAB0D}"/>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그림 개체 틀 2">
            <a:extLst>
              <a:ext uri="{FF2B5EF4-FFF2-40B4-BE49-F238E27FC236}">
                <a16:creationId xmlns:a16="http://schemas.microsoft.com/office/drawing/2014/main" id="{B5DC8A78-0285-7F3C-1AED-53BB43FAD2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a:extLst>
              <a:ext uri="{FF2B5EF4-FFF2-40B4-BE49-F238E27FC236}">
                <a16:creationId xmlns:a16="http://schemas.microsoft.com/office/drawing/2014/main" id="{F8AB013E-F022-B230-F05E-7E396F3F39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8F312593-BA38-E949-9ED1-AA67121E122D}"/>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6" name="바닥글 개체 틀 5">
            <a:extLst>
              <a:ext uri="{FF2B5EF4-FFF2-40B4-BE49-F238E27FC236}">
                <a16:creationId xmlns:a16="http://schemas.microsoft.com/office/drawing/2014/main" id="{C2683890-5966-CBC6-DDC5-37E7AA93250C}"/>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44D559C8-025C-BA10-3851-181C532546D5}"/>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2439624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3A93DC-56CB-133D-FC5D-B28B20F0ADED}"/>
              </a:ext>
            </a:extLst>
          </p:cNvPr>
          <p:cNvSpPr>
            <a:spLocks noGrp="1"/>
          </p:cNvSpPr>
          <p:nvPr>
            <p:ph type="title"/>
          </p:nvPr>
        </p:nvSpPr>
        <p:spPr/>
        <p:txBody>
          <a:bodyPr/>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5FE9C40C-816B-176B-07DF-756005DB8F91}"/>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87A54CA5-2A8D-5E84-AD1A-86768BDE1C59}"/>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E430F17C-AE80-C3A0-4CF7-531530C25180}"/>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9834264A-CD75-6E62-3C1A-C40DFE312253}"/>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1417706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25FBA75-4C97-F9B4-1520-B9AA8D20D267}"/>
              </a:ext>
            </a:extLst>
          </p:cNvPr>
          <p:cNvSpPr>
            <a:spLocks noGrp="1"/>
          </p:cNvSpPr>
          <p:nvPr>
            <p:ph type="title" orient="vert"/>
          </p:nvPr>
        </p:nvSpPr>
        <p:spPr>
          <a:xfrm>
            <a:off x="8724900" y="365125"/>
            <a:ext cx="2628900" cy="5811838"/>
          </a:xfrm>
        </p:spPr>
        <p:txBody>
          <a:bodyPr vert="eaVert"/>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97C6C907-C05A-A748-B825-E86C4A705847}"/>
              </a:ext>
            </a:extLst>
          </p:cNvPr>
          <p:cNvSpPr>
            <a:spLocks noGrp="1"/>
          </p:cNvSpPr>
          <p:nvPr>
            <p:ph type="body" orient="vert" idx="1"/>
          </p:nvPr>
        </p:nvSpPr>
        <p:spPr>
          <a:xfrm>
            <a:off x="838200" y="365125"/>
            <a:ext cx="7734300"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B33AC411-7A41-3645-87FB-CE6C53A36A49}"/>
              </a:ext>
            </a:extLst>
          </p:cNvPr>
          <p:cNvSpPr>
            <a:spLocks noGrp="1"/>
          </p:cNvSpPr>
          <p:nvPr>
            <p:ph type="dt" sz="half" idx="10"/>
          </p:nvPr>
        </p:nvSpPr>
        <p:spPr/>
        <p:txBody>
          <a:body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E4C29352-D8B9-9D23-3FB1-1839CDF9E1A0}"/>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7B157CB6-E5B9-7C99-96A2-B04766E06BFA}"/>
              </a:ext>
            </a:extLst>
          </p:cNvPr>
          <p:cNvSpPr>
            <a:spLocks noGrp="1"/>
          </p:cNvSpPr>
          <p:nvPr>
            <p:ph type="sldNum" sz="quarter" idx="12"/>
          </p:nvPr>
        </p:nvSpPr>
        <p:spPr/>
        <p:txBody>
          <a:body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1877967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0AFCD41D-335B-9A9E-7243-D033363E50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E0F58434-59A1-104B-4576-1E55F92A2A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3BEC9E3F-58A7-57B4-7355-396CFE6EC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2ADEDD-57FD-B443-905F-1EFA8E07FE3B}" type="datetimeFigureOut">
              <a:rPr kumimoji="1" lang="ko-KR" altLang="en-US" smtClean="0"/>
              <a:t>2024. 1. 8.</a:t>
            </a:fld>
            <a:endParaRPr kumimoji="1" lang="ko-KR" altLang="en-US"/>
          </a:p>
        </p:txBody>
      </p:sp>
      <p:sp>
        <p:nvSpPr>
          <p:cNvPr id="5" name="바닥글 개체 틀 4">
            <a:extLst>
              <a:ext uri="{FF2B5EF4-FFF2-40B4-BE49-F238E27FC236}">
                <a16:creationId xmlns:a16="http://schemas.microsoft.com/office/drawing/2014/main" id="{0E38991A-5CB2-AD32-1E6C-44F4BB50E6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ko-KR" altLang="en-US"/>
          </a:p>
        </p:txBody>
      </p:sp>
      <p:sp>
        <p:nvSpPr>
          <p:cNvPr id="6" name="슬라이드 번호 개체 틀 5">
            <a:extLst>
              <a:ext uri="{FF2B5EF4-FFF2-40B4-BE49-F238E27FC236}">
                <a16:creationId xmlns:a16="http://schemas.microsoft.com/office/drawing/2014/main" id="{A91BEBE6-E70F-898F-12C8-23A8CD0EA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673DD8-A8F4-4E4D-896D-6CB14D8552D5}" type="slidenum">
              <a:rPr kumimoji="1" lang="ko-KR" altLang="en-US" smtClean="0"/>
              <a:t>‹#›</a:t>
            </a:fld>
            <a:endParaRPr kumimoji="1" lang="ko-KR" altLang="en-US"/>
          </a:p>
        </p:txBody>
      </p:sp>
    </p:spTree>
    <p:extLst>
      <p:ext uri="{BB962C8B-B14F-4D97-AF65-F5344CB8AC3E}">
        <p14:creationId xmlns:p14="http://schemas.microsoft.com/office/powerpoint/2010/main" val="2931933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25DF20D-450B-6C2F-EA8A-12C80F942E81}"/>
              </a:ext>
            </a:extLst>
          </p:cNvPr>
          <p:cNvSpPr>
            <a:spLocks noGrp="1"/>
          </p:cNvSpPr>
          <p:nvPr>
            <p:ph type="ctrTitle"/>
          </p:nvPr>
        </p:nvSpPr>
        <p:spPr>
          <a:xfrm>
            <a:off x="1524000" y="2247828"/>
            <a:ext cx="9144000" cy="1348654"/>
          </a:xfrm>
        </p:spPr>
        <p:txBody>
          <a:bodyPr>
            <a:normAutofit/>
          </a:bodyPr>
          <a:lstStyle/>
          <a:p>
            <a:r>
              <a:rPr kumimoji="1" lang="en-US" altLang="ko-KR" sz="7200" b="1" dirty="0">
                <a:latin typeface="Calibri" panose="020F0502020204030204" pitchFamily="34" charset="0"/>
                <a:ea typeface="Apple SD GothicNeo ExtraBold" panose="02000300000000000000" pitchFamily="2" charset="-127"/>
                <a:cs typeface="Calibri" panose="020F0502020204030204" pitchFamily="34" charset="0"/>
              </a:rPr>
              <a:t>Name of Organization</a:t>
            </a:r>
            <a:endParaRPr kumimoji="1" lang="ko-KR" altLang="en-US" sz="7200"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F6DA1EAE-85EA-922A-887E-A005FB70C7E0}"/>
              </a:ext>
            </a:extLst>
          </p:cNvPr>
          <p:cNvSpPr txBox="1">
            <a:spLocks/>
          </p:cNvSpPr>
          <p:nvPr/>
        </p:nvSpPr>
        <p:spPr>
          <a:xfrm>
            <a:off x="838200" y="6077086"/>
            <a:ext cx="10515600" cy="48274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base"/>
            <a:r>
              <a:rPr lang="en-US" altLang="ko-KR" dirty="0">
                <a:latin typeface="Calibri" panose="020F0502020204030204" pitchFamily="34" charset="0"/>
                <a:cs typeface="Calibri" panose="020F0502020204030204" pitchFamily="34" charset="0"/>
              </a:rPr>
              <a:t>*Please feel free to modify the layout and design of the slides.</a:t>
            </a:r>
          </a:p>
        </p:txBody>
      </p:sp>
      <p:sp>
        <p:nvSpPr>
          <p:cNvPr id="5" name="내용 개체 틀 2">
            <a:extLst>
              <a:ext uri="{FF2B5EF4-FFF2-40B4-BE49-F238E27FC236}">
                <a16:creationId xmlns:a16="http://schemas.microsoft.com/office/drawing/2014/main" id="{2655BF57-BAE8-454A-248A-0D57BA040DE8}"/>
              </a:ext>
            </a:extLst>
          </p:cNvPr>
          <p:cNvSpPr txBox="1">
            <a:spLocks/>
          </p:cNvSpPr>
          <p:nvPr/>
        </p:nvSpPr>
        <p:spPr>
          <a:xfrm>
            <a:off x="838200" y="3596482"/>
            <a:ext cx="10515600" cy="482739"/>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base"/>
            <a:r>
              <a:rPr lang="en-US" altLang="ko-KR" dirty="0">
                <a:latin typeface="Calibri" panose="020F0502020204030204" pitchFamily="34" charset="0"/>
                <a:cs typeface="Calibri" panose="020F0502020204030204" pitchFamily="34" charset="0"/>
              </a:rPr>
              <a:t>Organization description in one phrase</a:t>
            </a:r>
            <a:endParaRPr kumimoji="1" lang="en-US" altLang="ko-KR" dirty="0">
              <a:latin typeface="Calibri" panose="020F0502020204030204" pitchFamily="34" charset="0"/>
              <a:ea typeface="Apple SD Gothic Neo Medium" panose="02000300000000000000" pitchFamily="2" charset="-127"/>
              <a:cs typeface="Calibri" panose="020F0502020204030204" pitchFamily="34" charset="0"/>
            </a:endParaRPr>
          </a:p>
        </p:txBody>
      </p:sp>
    </p:spTree>
    <p:extLst>
      <p:ext uri="{BB962C8B-B14F-4D97-AF65-F5344CB8AC3E}">
        <p14:creationId xmlns:p14="http://schemas.microsoft.com/office/powerpoint/2010/main" val="2681068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E8ED31-F588-6088-3B76-69B313FA76F0}"/>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Social Problem</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E01A4616-7435-7184-D2F1-B772C40643A7}"/>
              </a:ext>
            </a:extLst>
          </p:cNvPr>
          <p:cNvSpPr>
            <a:spLocks noGrp="1"/>
          </p:cNvSpPr>
          <p:nvPr>
            <p:ph idx="1"/>
          </p:nvPr>
        </p:nvSpPr>
        <p:spPr>
          <a:xfrm>
            <a:off x="838200" y="1690688"/>
            <a:ext cx="10515600" cy="4351338"/>
          </a:xfrm>
        </p:spPr>
        <p:txBody>
          <a:bodyPr>
            <a:normAutofit/>
          </a:bodyPr>
          <a:lstStyle/>
          <a:p>
            <a:pPr fontAlgn="base" latinLnBrk="0"/>
            <a:r>
              <a:rPr lang="en-US" b="0" i="0" dirty="0">
                <a:effectLst/>
                <a:latin typeface="Calibri" panose="020F0502020204030204" pitchFamily="34" charset="0"/>
                <a:cs typeface="Calibri" panose="020F0502020204030204" pitchFamily="34" charset="0"/>
              </a:rPr>
              <a:t>Describe the social problem your organization is trying to address. What is the problem? Who is suffering from the problem? How big is the problem? How is the problem addressed today and what are the shortcomings to current solutions? </a:t>
            </a:r>
            <a:endParaRPr kumimoji="1" lang="en-US" altLang="ko-KR" dirty="0">
              <a:latin typeface="Calibri" panose="020F0502020204030204" pitchFamily="34" charset="0"/>
              <a:ea typeface="Apple SD Gothic Neo Medium" panose="02000300000000000000" pitchFamily="2" charset="-127"/>
              <a:cs typeface="Calibri" panose="020F0502020204030204" pitchFamily="34" charset="0"/>
            </a:endParaRPr>
          </a:p>
        </p:txBody>
      </p:sp>
    </p:spTree>
    <p:extLst>
      <p:ext uri="{BB962C8B-B14F-4D97-AF65-F5344CB8AC3E}">
        <p14:creationId xmlns:p14="http://schemas.microsoft.com/office/powerpoint/2010/main" val="2628125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18E0B1-09EB-3D73-C6AB-982C93BEC001}"/>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Solution</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90FBD49E-21C1-362D-D4D4-36F1C2048BD9}"/>
              </a:ext>
            </a:extLst>
          </p:cNvPr>
          <p:cNvSpPr>
            <a:spLocks noGrp="1"/>
          </p:cNvSpPr>
          <p:nvPr>
            <p:ph idx="1"/>
          </p:nvPr>
        </p:nvSpPr>
        <p:spPr/>
        <p:txBody>
          <a:bodyPr>
            <a:normAutofit/>
          </a:bodyPr>
          <a:lstStyle/>
          <a:p>
            <a:pPr algn="l" latinLnBrk="0"/>
            <a:r>
              <a:rPr lang="en-US" b="0" i="0" dirty="0">
                <a:solidFill>
                  <a:srgbClr val="2D292A"/>
                </a:solidFill>
                <a:effectLst/>
                <a:latin typeface="Calibri" panose="020F0502020204030204" pitchFamily="34" charset="0"/>
                <a:cs typeface="Calibri" panose="020F0502020204030204" pitchFamily="34" charset="0"/>
              </a:rPr>
              <a:t>How is your organization addressing the social problem? How is your approach unique and com</a:t>
            </a:r>
            <a:r>
              <a:rPr lang="en-US" dirty="0">
                <a:solidFill>
                  <a:srgbClr val="2D292A"/>
                </a:solidFill>
                <a:latin typeface="Calibri" panose="020F0502020204030204" pitchFamily="34" charset="0"/>
                <a:cs typeface="Calibri" panose="020F0502020204030204" pitchFamily="34" charset="0"/>
              </a:rPr>
              <a:t>pelling? </a:t>
            </a:r>
            <a:r>
              <a:rPr lang="en-US" b="0" i="0" dirty="0">
                <a:solidFill>
                  <a:srgbClr val="2D292A"/>
                </a:solidFill>
                <a:effectLst/>
                <a:latin typeface="Calibri" panose="020F0502020204030204" pitchFamily="34" charset="0"/>
                <a:cs typeface="Calibri" panose="020F0502020204030204" pitchFamily="34" charset="0"/>
              </a:rPr>
              <a:t>Why will it endure? And where does it go from here?</a:t>
            </a:r>
          </a:p>
        </p:txBody>
      </p:sp>
    </p:spTree>
    <p:extLst>
      <p:ext uri="{BB962C8B-B14F-4D97-AF65-F5344CB8AC3E}">
        <p14:creationId xmlns:p14="http://schemas.microsoft.com/office/powerpoint/2010/main" val="972075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Beneficiaries</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Calibri" panose="020F0502020204030204" pitchFamily="34" charset="0"/>
                <a:cs typeface="Calibri" panose="020F0502020204030204" pitchFamily="34" charset="0"/>
              </a:rPr>
              <a:t>Who benefits from your organization’s activities? </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8962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Results</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Calibri" panose="020F0502020204030204" pitchFamily="34" charset="0"/>
                <a:cs typeface="Calibri" panose="020F0502020204030204" pitchFamily="34" charset="0"/>
              </a:rPr>
              <a:t>Tell us about your work so far. </a:t>
            </a:r>
            <a:r>
              <a:rPr lang="en-US" dirty="0">
                <a:solidFill>
                  <a:srgbClr val="2D292A"/>
                </a:solidFill>
                <a:latin typeface="Calibri" panose="020F0502020204030204" pitchFamily="34" charset="0"/>
                <a:cs typeface="Calibri" panose="020F0502020204030204" pitchFamily="34" charset="0"/>
              </a:rPr>
              <a:t>How has your organization contributed to addressing the social problem? If possible, calculate the social value generated from your activities.</a:t>
            </a:r>
            <a:endParaRPr lang="en-US" b="0" i="0" dirty="0">
              <a:solidFill>
                <a:srgbClr val="2D292A"/>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2518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Why Now?</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Calibri" panose="020F0502020204030204" pitchFamily="34" charset="0"/>
                <a:cs typeface="Calibri" panose="020F0502020204030204" pitchFamily="34" charset="0"/>
              </a:rPr>
              <a:t>The best organizations almost always have a clear why now. Nature hates a vacuum—so why hasn’t your solution been tried before now?</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7406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Cost-Benefit Analysis</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effectLst/>
                <a:latin typeface="Calibri" panose="020F0502020204030204" pitchFamily="34" charset="0"/>
                <a:cs typeface="Calibri" panose="020F0502020204030204" pitchFamily="34" charset="0"/>
              </a:rPr>
              <a:t>What is the budget required to support your initiatives, and how do you differentiate your approach to achieve greater efficiency compared to other organizations?</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5312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Team</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Gotham"/>
              </a:rPr>
              <a:t>Tell the story of your founders and key team members.</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4631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Financials</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Gotham"/>
              </a:rPr>
              <a:t>If you have any, please include information about your past and projected income, balance sheet, cash flow, cap table, and/or financial support received so far.</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4954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Vision</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fontAlgn="base" latinLnBrk="0"/>
            <a:r>
              <a:rPr lang="en-US" b="0" i="0" dirty="0">
                <a:solidFill>
                  <a:srgbClr val="2D292A"/>
                </a:solidFill>
                <a:effectLst/>
                <a:latin typeface="Gotham"/>
              </a:rPr>
              <a:t>If all goes well, what will you have built in five years?</a:t>
            </a:r>
            <a:endParaRPr kumimoji="1" lang="ko-KR"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389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B3BBEB-ED84-BAEF-55F0-32050AE6BB88}"/>
              </a:ext>
            </a:extLst>
          </p:cNvPr>
          <p:cNvSpPr>
            <a:spLocks noGrp="1"/>
          </p:cNvSpPr>
          <p:nvPr>
            <p:ph type="title"/>
          </p:nvPr>
        </p:nvSpPr>
        <p:spPr/>
        <p:txBody>
          <a:bodyPr/>
          <a:lstStyle/>
          <a:p>
            <a:r>
              <a:rPr lang="en-US" altLang="ko-KR" b="1" dirty="0">
                <a:latin typeface="Calibri" panose="020F0502020204030204" pitchFamily="34" charset="0"/>
                <a:ea typeface="Apple SD GothicNeo ExtraBold" panose="02000300000000000000" pitchFamily="2" charset="-127"/>
                <a:cs typeface="Calibri" panose="020F0502020204030204" pitchFamily="34" charset="0"/>
              </a:rPr>
              <a:t>Supporting Materials (Optional)</a:t>
            </a:r>
            <a:endParaRPr lang="ko-KR" altLang="en-US" b="1" dirty="0">
              <a:latin typeface="Calibri" panose="020F0502020204030204" pitchFamily="34" charset="0"/>
              <a:ea typeface="Apple SD GothicNeo ExtraBold" panose="02000300000000000000" pitchFamily="2" charset="-127"/>
              <a:cs typeface="Calibri" panose="020F0502020204030204" pitchFamily="34" charset="0"/>
            </a:endParaRPr>
          </a:p>
        </p:txBody>
      </p:sp>
      <p:sp>
        <p:nvSpPr>
          <p:cNvPr id="3" name="내용 개체 틀 2">
            <a:extLst>
              <a:ext uri="{FF2B5EF4-FFF2-40B4-BE49-F238E27FC236}">
                <a16:creationId xmlns:a16="http://schemas.microsoft.com/office/drawing/2014/main" id="{B97F9631-7E9A-0969-1409-7FADF48FC9BC}"/>
              </a:ext>
            </a:extLst>
          </p:cNvPr>
          <p:cNvSpPr>
            <a:spLocks noGrp="1"/>
          </p:cNvSpPr>
          <p:nvPr>
            <p:ph idx="1"/>
          </p:nvPr>
        </p:nvSpPr>
        <p:spPr/>
        <p:txBody>
          <a:bodyPr>
            <a:normAutofit/>
          </a:bodyPr>
          <a:lstStyle/>
          <a:p>
            <a:pPr algn="l" fontAlgn="base" latinLnBrk="0"/>
            <a:r>
              <a:rPr lang="en-US" b="0" i="0" dirty="0">
                <a:effectLst/>
                <a:latin typeface="var(--font_default)"/>
              </a:rPr>
              <a:t>If available, please include registration and legal documents, letters of support or partnership agreements, and/or impact assessment from previous projects.</a:t>
            </a:r>
          </a:p>
        </p:txBody>
      </p:sp>
    </p:spTree>
    <p:extLst>
      <p:ext uri="{BB962C8B-B14F-4D97-AF65-F5344CB8AC3E}">
        <p14:creationId xmlns:p14="http://schemas.microsoft.com/office/powerpoint/2010/main" val="221057804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2233</TotalTime>
  <Words>290</Words>
  <Application>Microsoft Macintosh PowerPoint</Application>
  <PresentationFormat>Widescreen</PresentationFormat>
  <Paragraphs>25</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Gotham</vt:lpstr>
      <vt:lpstr>맑은 고딕</vt:lpstr>
      <vt:lpstr>var(--font_default)</vt:lpstr>
      <vt:lpstr>Arial</vt:lpstr>
      <vt:lpstr>Calibri</vt:lpstr>
      <vt:lpstr>Office 테마</vt:lpstr>
      <vt:lpstr>Name of Organization</vt:lpstr>
      <vt:lpstr>Social Problem</vt:lpstr>
      <vt:lpstr>Solution</vt:lpstr>
      <vt:lpstr>Beneficiaries</vt:lpstr>
      <vt:lpstr>Results</vt:lpstr>
      <vt:lpstr>Why Now?</vt:lpstr>
      <vt:lpstr>Cost-Benefit Analysis</vt:lpstr>
      <vt:lpstr>Team</vt:lpstr>
      <vt:lpstr>Financials</vt:lpstr>
      <vt:lpstr>Vision</vt:lpstr>
      <vt:lpstr>Supporting Materials (Optional)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dc:title>
  <dc:creator>송경섭</dc:creator>
  <cp:lastModifiedBy>Lim Jae Jin</cp:lastModifiedBy>
  <cp:revision>24</cp:revision>
  <dcterms:created xsi:type="dcterms:W3CDTF">2023-03-26T09:49:27Z</dcterms:created>
  <dcterms:modified xsi:type="dcterms:W3CDTF">2024-01-08T07:33:19Z</dcterms:modified>
</cp:coreProperties>
</file>