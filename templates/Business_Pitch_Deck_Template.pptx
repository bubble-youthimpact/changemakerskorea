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72" r:id="rId3"/>
    <p:sldId id="258" r:id="rId4"/>
    <p:sldId id="286" r:id="rId5"/>
    <p:sldId id="271" r:id="rId6"/>
    <p:sldId id="280" r:id="rId7"/>
    <p:sldId id="281" r:id="rId8"/>
    <p:sldId id="282" r:id="rId9"/>
    <p:sldId id="283" r:id="rId10"/>
    <p:sldId id="284" r:id="rId11"/>
    <p:sldId id="285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0562"/>
  </p:normalViewPr>
  <p:slideViewPr>
    <p:cSldViewPr snapToGrid="0">
      <p:cViewPr varScale="1">
        <p:scale>
          <a:sx n="192" d="100"/>
          <a:sy n="192" d="100"/>
        </p:scale>
        <p:origin x="18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802140-F9B2-6845-B04A-1039CDC8D679}" type="datetimeFigureOut">
              <a:rPr kumimoji="1" lang="ko-KR" altLang="en-US" smtClean="0"/>
              <a:t>2024. 1. 8.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0C6C47-F13A-9D48-944C-5E29D9501CFB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1310983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0C6C47-F13A-9D48-944C-5E29D9501CFB}" type="slidenum">
              <a:rPr kumimoji="1" lang="ko-KR" altLang="en-US" smtClean="0"/>
              <a:t>1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065326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0C6C47-F13A-9D48-944C-5E29D9501CFB}" type="slidenum">
              <a:rPr kumimoji="1" lang="ko-KR" altLang="en-US" smtClean="0"/>
              <a:t>2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363190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21446D-B4E3-3C0D-A51D-4FA68E45D37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957D78A-9F7E-25B3-6F22-9EEA0087EE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A84F5D-9A91-3063-5B6C-2A3E5209E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ADEDD-57FD-B443-905F-1EFA8E07FE3B}" type="datetimeFigureOut">
              <a:rPr kumimoji="1" lang="ko-KR" altLang="en-US" smtClean="0"/>
              <a:t>2024. 1. 8.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A8B0A4-66B2-0D8B-7D72-B026A33F3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7604BE-3D5C-50B1-6E57-8AE957B25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73DD8-A8F4-4E4D-896D-6CB14D8552D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65965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DC58DF-25AC-F17B-99A5-1B107A4CB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4E0E340-8D53-5969-3385-EA37E50512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1830A4B-74B1-D41E-619F-4BDB95464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ADEDD-57FD-B443-905F-1EFA8E07FE3B}" type="datetimeFigureOut">
              <a:rPr kumimoji="1" lang="ko-KR" altLang="en-US" smtClean="0"/>
              <a:t>2024. 1. 8.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22DF02F-9F49-0AE8-C422-EAF91E8E5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9E066E5-3044-BC51-86E5-03ED2264B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73DD8-A8F4-4E4D-896D-6CB14D8552D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8014060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4088EEE-A819-4DA7-D897-3ED08A2F6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4377D6F-4AC3-BF3C-C50F-02B2B98F8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E0173B7-934E-5F83-DE3A-52888845AF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ADEDD-57FD-B443-905F-1EFA8E07FE3B}" type="datetimeFigureOut">
              <a:rPr kumimoji="1" lang="ko-KR" altLang="en-US" smtClean="0"/>
              <a:t>2024. 1. 8.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667278-A38F-742C-9F0D-AF14F53E3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01E698D-1317-ACDA-7DA5-DB6293013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73DD8-A8F4-4E4D-896D-6CB14D8552D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4733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A2B2C29-E185-7E61-F0DD-851C623053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2D9BDD-CF60-7DD3-348C-2B9058B5D5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C8E834-9748-F385-6DD8-0870AAB0C3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81E32A1-5A38-8A3F-DABA-0C78FA19C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ADEDD-57FD-B443-905F-1EFA8E07FE3B}" type="datetimeFigureOut">
              <a:rPr kumimoji="1" lang="ko-KR" altLang="en-US" smtClean="0"/>
              <a:t>2024. 1. 8.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1781A99-FA9D-5868-4F99-6C9A81075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DB2044E-E888-20BB-41C3-5C49E30FE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73DD8-A8F4-4E4D-896D-6CB14D8552D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6683920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FE20C0-4B1B-6FC2-8006-3314B44DB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FF631E-9E4A-CADC-0071-7519A79DBE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A2D85E0-CD9C-7519-BA8B-37D7A9EF8F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8FE7C19-E7CE-8AAA-216B-72A4A952B41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59854BF-20D2-2270-4E6D-C3AD4C4834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2085B7F-3B6F-4852-6C56-7C42265B9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ADEDD-57FD-B443-905F-1EFA8E07FE3B}" type="datetimeFigureOut">
              <a:rPr kumimoji="1" lang="ko-KR" altLang="en-US" smtClean="0"/>
              <a:t>2024. 1. 8.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1AA26FE-2CE5-BEC3-542A-4F88BEE0C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0E104BE-8A9C-7388-90BE-E445F39FEE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73DD8-A8F4-4E4D-896D-6CB14D8552D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31621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81B6DA-AE53-553D-F3AB-197426D757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B7D430E-0FB6-64B6-E873-08C159ED7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ADEDD-57FD-B443-905F-1EFA8E07FE3B}" type="datetimeFigureOut">
              <a:rPr kumimoji="1" lang="ko-KR" altLang="en-US" smtClean="0"/>
              <a:t>2024. 1. 8.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04C2BEB-0461-D7D4-25DF-806FBE845E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58642CB-B9AE-69F7-CB2F-EC63ECF60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73DD8-A8F4-4E4D-896D-6CB14D8552D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1542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55B6E6D-81BF-A6CB-E6C8-2E5335AE7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ADEDD-57FD-B443-905F-1EFA8E07FE3B}" type="datetimeFigureOut">
              <a:rPr kumimoji="1" lang="ko-KR" altLang="en-US" smtClean="0"/>
              <a:t>2024. 1. 8.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F182AC18-F354-B6B2-6413-36EDE1EEA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6B18565-7FDB-5BB2-2078-3A2D40006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73DD8-A8F4-4E4D-896D-6CB14D8552D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99733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166DF4-36B8-4C38-4B6D-E2FD46967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2E0DF6-012D-E869-51FA-E5B2A8303D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61360DB-E84B-4F88-74FF-AAD334D90C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3898028-2BFB-B84D-A318-290775EAC2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ADEDD-57FD-B443-905F-1EFA8E07FE3B}" type="datetimeFigureOut">
              <a:rPr kumimoji="1" lang="ko-KR" altLang="en-US" smtClean="0"/>
              <a:t>2024. 1. 8.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7AEF599-660A-4003-44CD-E4B90204B8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F6651D6-B003-0C27-24DE-AE60B71FD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73DD8-A8F4-4E4D-896D-6CB14D8552D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602160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3DEC07-2F1E-4842-E890-3E2FDF6EA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5DC8A78-0285-7F3C-1AED-53BB43FAD20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8AB013E-F022-B230-F05E-7E396F3F39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F312593-BA38-E949-9ED1-AA67121E1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ADEDD-57FD-B443-905F-1EFA8E07FE3B}" type="datetimeFigureOut">
              <a:rPr kumimoji="1" lang="ko-KR" altLang="en-US" smtClean="0"/>
              <a:t>2024. 1. 8.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2683890-5966-CBC6-DDC5-37E7AA932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4D559C8-025C-BA10-3851-181C532546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73DD8-A8F4-4E4D-896D-6CB14D8552D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439624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3A93DC-56CB-133D-FC5D-B28B20F0AD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FE9C40C-816B-176B-07DF-756005DB8F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A54CA5-2A8D-5E84-AD1A-86768BDE1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ADEDD-57FD-B443-905F-1EFA8E07FE3B}" type="datetimeFigureOut">
              <a:rPr kumimoji="1" lang="ko-KR" altLang="en-US" smtClean="0"/>
              <a:t>2024. 1. 8.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30F17C-AE80-C3A0-4CF7-531530C251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834264A-CD75-6E62-3C1A-C40DFE312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73DD8-A8F4-4E4D-896D-6CB14D8552D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4177063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25FBA75-4C97-F9B4-1520-B9AA8D20D26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7C6C907-C05A-A748-B825-E86C4A7058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3AC411-7A41-3645-87FB-CE6C53A36A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2ADEDD-57FD-B443-905F-1EFA8E07FE3B}" type="datetimeFigureOut">
              <a:rPr kumimoji="1" lang="ko-KR" altLang="en-US" smtClean="0"/>
              <a:t>2024. 1. 8.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C29352-D8B9-9D23-3FB1-1839CDF9E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157CB6-E5B9-7C99-96A2-B04766E06B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73DD8-A8F4-4E4D-896D-6CB14D8552D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77967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AFCD41D-335B-9A9E-7243-D033363E50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0F58434-59A1-104B-4576-1E55F92A2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BEC9E3F-58A7-57B4-7355-396CFE6EC5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2ADEDD-57FD-B443-905F-1EFA8E07FE3B}" type="datetimeFigureOut">
              <a:rPr kumimoji="1" lang="ko-KR" altLang="en-US" smtClean="0"/>
              <a:t>2024. 1. 8.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E38991A-5CB2-AD32-1E6C-44F4BB50E6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91BEBE6-E70F-898F-12C8-23A8CD0EAC3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A673DD8-A8F4-4E4D-896D-6CB14D8552D5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931933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5DF20D-450B-6C2F-EA8A-12C80F942E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47828"/>
            <a:ext cx="9144000" cy="1348654"/>
          </a:xfrm>
        </p:spPr>
        <p:txBody>
          <a:bodyPr>
            <a:normAutofit/>
          </a:bodyPr>
          <a:lstStyle/>
          <a:p>
            <a:r>
              <a:rPr kumimoji="1" lang="en-US" altLang="ko-KR" sz="7200" b="1" dirty="0">
                <a:latin typeface="Calibri" panose="020F0502020204030204" pitchFamily="34" charset="0"/>
                <a:ea typeface="Apple SD GothicNeo ExtraBold" panose="02000300000000000000" pitchFamily="2" charset="-127"/>
                <a:cs typeface="Calibri" panose="020F0502020204030204" pitchFamily="34" charset="0"/>
              </a:rPr>
              <a:t>Name of Company</a:t>
            </a:r>
            <a:endParaRPr kumimoji="1" lang="ko-KR" altLang="en-US" sz="7200" b="1" dirty="0">
              <a:latin typeface="Calibri" panose="020F0502020204030204" pitchFamily="34" charset="0"/>
              <a:ea typeface="Apple SD GothicNeo ExtraBold" panose="020003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6DA1EAE-85EA-922A-887E-A005FB70C7E0}"/>
              </a:ext>
            </a:extLst>
          </p:cNvPr>
          <p:cNvSpPr txBox="1">
            <a:spLocks/>
          </p:cNvSpPr>
          <p:nvPr/>
        </p:nvSpPr>
        <p:spPr>
          <a:xfrm>
            <a:off x="838200" y="6077086"/>
            <a:ext cx="10515600" cy="4827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*Please feel free to modify the layout and design of the slides.</a:t>
            </a: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2655BF57-BAE8-454A-248A-0D57BA040DE8}"/>
              </a:ext>
            </a:extLst>
          </p:cNvPr>
          <p:cNvSpPr txBox="1">
            <a:spLocks/>
          </p:cNvSpPr>
          <p:nvPr/>
        </p:nvSpPr>
        <p:spPr>
          <a:xfrm>
            <a:off x="838200" y="3596482"/>
            <a:ext cx="10515600" cy="4827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Company description in one phrase</a:t>
            </a:r>
            <a:endParaRPr kumimoji="1" lang="en-US" altLang="ko-KR" dirty="0">
              <a:latin typeface="Calibri" panose="020F0502020204030204" pitchFamily="34" charset="0"/>
              <a:ea typeface="Apple SD Gothic Neo Medium" panose="02000300000000000000" pitchFamily="2" charset="-127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10681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E8ED31-F588-6088-3B76-69B313FA7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Calibri" panose="020F0502020204030204" pitchFamily="34" charset="0"/>
                <a:ea typeface="Apple SD GothicNeo ExtraBold" panose="02000300000000000000" pitchFamily="2" charset="-127"/>
                <a:cs typeface="Calibri" panose="020F0502020204030204" pitchFamily="34" charset="0"/>
              </a:rPr>
              <a:t>Problem</a:t>
            </a:r>
            <a:endParaRPr lang="ko-KR" altLang="en-US" b="1" dirty="0">
              <a:latin typeface="Calibri" panose="020F0502020204030204" pitchFamily="34" charset="0"/>
              <a:ea typeface="Apple SD GothicNeo ExtraBold" panose="020003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01A4616-7435-7184-D2F1-B772C40643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/>
          </a:bodyPr>
          <a:lstStyle/>
          <a:p>
            <a:pPr fontAlgn="base" latinLnBrk="0"/>
            <a:r>
              <a:rPr lang="en-US" b="0" i="0" dirty="0"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Describe the pain of your customer. How is this addressed today and what are the shortcomings to current solutions?</a:t>
            </a:r>
            <a:endParaRPr kumimoji="1" lang="en-US" altLang="ko-KR" dirty="0">
              <a:latin typeface="Calibri" panose="020F0502020204030204" pitchFamily="34" charset="0"/>
              <a:ea typeface="Apple SD Gothic Neo Medium" panose="02000300000000000000" pitchFamily="2" charset="-127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81258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18E0B1-09EB-3D73-C6AB-982C93BEC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Calibri" panose="020F0502020204030204" pitchFamily="34" charset="0"/>
                <a:ea typeface="Apple SD GothicNeo ExtraBold" panose="02000300000000000000" pitchFamily="2" charset="-127"/>
                <a:cs typeface="Calibri" panose="020F0502020204030204" pitchFamily="34" charset="0"/>
              </a:rPr>
              <a:t>Solution</a:t>
            </a:r>
            <a:endParaRPr lang="ko-KR" altLang="en-US" b="1" dirty="0">
              <a:latin typeface="Calibri" panose="020F0502020204030204" pitchFamily="34" charset="0"/>
              <a:ea typeface="Apple SD GothicNeo ExtraBold" panose="020003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FBD49E-21C1-362D-D4D4-36F1C2048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latinLnBrk="0"/>
            <a:r>
              <a:rPr lang="en-US" b="0" i="0" dirty="0">
                <a:solidFill>
                  <a:srgbClr val="2D292A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Explain your eureka moment. Why is your value prop unique and compelling? Why will it endure? And where does it go from here?</a:t>
            </a:r>
          </a:p>
        </p:txBody>
      </p:sp>
    </p:spTree>
    <p:extLst>
      <p:ext uri="{BB962C8B-B14F-4D97-AF65-F5344CB8AC3E}">
        <p14:creationId xmlns:p14="http://schemas.microsoft.com/office/powerpoint/2010/main" val="9720756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18E0B1-09EB-3D73-C6AB-982C93BEC0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Calibri" panose="020F0502020204030204" pitchFamily="34" charset="0"/>
                <a:ea typeface="Apple SD GothicNeo ExtraBold" panose="02000300000000000000" pitchFamily="2" charset="-127"/>
                <a:cs typeface="Calibri" panose="020F0502020204030204" pitchFamily="34" charset="0"/>
              </a:rPr>
              <a:t>Product</a:t>
            </a:r>
            <a:endParaRPr lang="ko-KR" altLang="en-US" b="1" dirty="0">
              <a:latin typeface="Calibri" panose="020F0502020204030204" pitchFamily="34" charset="0"/>
              <a:ea typeface="Apple SD GothicNeo ExtraBold" panose="020003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FBD49E-21C1-362D-D4D4-36F1C2048B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 latinLnBrk="0"/>
            <a:r>
              <a:rPr lang="en-US" b="0" i="0" dirty="0">
                <a:solidFill>
                  <a:srgbClr val="2D292A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How does your product or service work?</a:t>
            </a:r>
          </a:p>
        </p:txBody>
      </p:sp>
    </p:spTree>
    <p:extLst>
      <p:ext uri="{BB962C8B-B14F-4D97-AF65-F5344CB8AC3E}">
        <p14:creationId xmlns:p14="http://schemas.microsoft.com/office/powerpoint/2010/main" val="21773509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B3BBEB-ED84-BAEF-55F0-32050AE6B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Calibri" panose="020F0502020204030204" pitchFamily="34" charset="0"/>
                <a:ea typeface="Apple SD GothicNeo ExtraBold" panose="02000300000000000000" pitchFamily="2" charset="-127"/>
                <a:cs typeface="Calibri" panose="020F0502020204030204" pitchFamily="34" charset="0"/>
              </a:rPr>
              <a:t>Why Now?</a:t>
            </a:r>
            <a:endParaRPr lang="ko-KR" altLang="en-US" b="1" dirty="0">
              <a:latin typeface="Calibri" panose="020F0502020204030204" pitchFamily="34" charset="0"/>
              <a:ea typeface="Apple SD GothicNeo ExtraBold" panose="020003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7F9631-7E9A-0969-1409-7FADF48FC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en-US" b="0" i="0" dirty="0">
                <a:solidFill>
                  <a:srgbClr val="2D292A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best companies almost always have a clear why now? Nature hates a vacuum—so why hasn’t your solution been built before now?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7406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B3BBEB-ED84-BAEF-55F0-32050AE6B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Calibri" panose="020F0502020204030204" pitchFamily="34" charset="0"/>
                <a:ea typeface="Apple SD GothicNeo ExtraBold" panose="02000300000000000000" pitchFamily="2" charset="-127"/>
                <a:cs typeface="Calibri" panose="020F0502020204030204" pitchFamily="34" charset="0"/>
              </a:rPr>
              <a:t>Market Size</a:t>
            </a:r>
            <a:endParaRPr lang="ko-KR" altLang="en-US" b="1" dirty="0">
              <a:latin typeface="Calibri" panose="020F0502020204030204" pitchFamily="34" charset="0"/>
              <a:ea typeface="Apple SD GothicNeo ExtraBold" panose="020003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7F9631-7E9A-0969-1409-7FADF48FC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en-US" b="0" i="0" dirty="0">
                <a:solidFill>
                  <a:srgbClr val="2D292A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Identify your customer and your market. Some of the best companies invent their own markets.</a:t>
            </a:r>
          </a:p>
          <a:p>
            <a:pPr fontAlgn="base" latinLnBrk="0"/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Calculate the TAM (top down), SAM (bottoms up) and SOM</a:t>
            </a:r>
            <a:endParaRPr lang="en-US" b="0" i="0" dirty="0">
              <a:solidFill>
                <a:srgbClr val="2D292A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186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B3BBEB-ED84-BAEF-55F0-32050AE6B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Calibri" panose="020F0502020204030204" pitchFamily="34" charset="0"/>
                <a:ea typeface="Apple SD GothicNeo ExtraBold" panose="02000300000000000000" pitchFamily="2" charset="-127"/>
                <a:cs typeface="Calibri" panose="020F0502020204030204" pitchFamily="34" charset="0"/>
              </a:rPr>
              <a:t>Competition</a:t>
            </a:r>
            <a:endParaRPr lang="ko-KR" altLang="en-US" b="1" dirty="0">
              <a:latin typeface="Calibri" panose="020F0502020204030204" pitchFamily="34" charset="0"/>
              <a:ea typeface="Apple SD GothicNeo ExtraBold" panose="020003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7F9631-7E9A-0969-1409-7FADF48FC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en-US" b="0" i="0" dirty="0">
                <a:solidFill>
                  <a:srgbClr val="2D292A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Who are your direct and indirect competitors? What is your competitive advantage? Show that you have a plan to win.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20254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B3BBEB-ED84-BAEF-55F0-32050AE6B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Calibri" panose="020F0502020204030204" pitchFamily="34" charset="0"/>
                <a:ea typeface="Apple SD GothicNeo ExtraBold" panose="02000300000000000000" pitchFamily="2" charset="-127"/>
                <a:cs typeface="Calibri" panose="020F0502020204030204" pitchFamily="34" charset="0"/>
              </a:rPr>
              <a:t>Business Model</a:t>
            </a:r>
            <a:endParaRPr lang="ko-KR" altLang="en-US" b="1" dirty="0">
              <a:latin typeface="Calibri" panose="020F0502020204030204" pitchFamily="34" charset="0"/>
              <a:ea typeface="Apple SD GothicNeo ExtraBold" panose="020003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7F9631-7E9A-0969-1409-7FADF48FC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en-US" b="0" i="0" dirty="0">
                <a:solidFill>
                  <a:srgbClr val="2D292A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How does your company intend to make money?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3043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B3BBEB-ED84-BAEF-55F0-32050AE6B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Calibri" panose="020F0502020204030204" pitchFamily="34" charset="0"/>
                <a:ea typeface="Apple SD GothicNeo ExtraBold" panose="02000300000000000000" pitchFamily="2" charset="-127"/>
                <a:cs typeface="Calibri" panose="020F0502020204030204" pitchFamily="34" charset="0"/>
              </a:rPr>
              <a:t>Team</a:t>
            </a:r>
            <a:endParaRPr lang="ko-KR" altLang="en-US" b="1" dirty="0">
              <a:latin typeface="Calibri" panose="020F0502020204030204" pitchFamily="34" charset="0"/>
              <a:ea typeface="Apple SD GothicNeo ExtraBold" panose="020003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7F9631-7E9A-0969-1409-7FADF48FC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en-US" b="0" i="0" dirty="0">
                <a:solidFill>
                  <a:srgbClr val="2D292A"/>
                </a:solidFill>
                <a:effectLst/>
                <a:latin typeface="Gotham"/>
              </a:rPr>
              <a:t>Tell the story of your founders and key team members.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46310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B3BBEB-ED84-BAEF-55F0-32050AE6B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Calibri" panose="020F0502020204030204" pitchFamily="34" charset="0"/>
                <a:ea typeface="Apple SD GothicNeo ExtraBold" panose="02000300000000000000" pitchFamily="2" charset="-127"/>
                <a:cs typeface="Calibri" panose="020F0502020204030204" pitchFamily="34" charset="0"/>
              </a:rPr>
              <a:t>Financials</a:t>
            </a:r>
            <a:endParaRPr lang="ko-KR" altLang="en-US" b="1" dirty="0">
              <a:latin typeface="Calibri" panose="020F0502020204030204" pitchFamily="34" charset="0"/>
              <a:ea typeface="Apple SD GothicNeo ExtraBold" panose="020003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7F9631-7E9A-0969-1409-7FADF48FC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en-US" b="0" i="0" dirty="0">
                <a:solidFill>
                  <a:srgbClr val="2D292A"/>
                </a:solidFill>
                <a:effectLst/>
                <a:latin typeface="Gotham"/>
              </a:rPr>
              <a:t>If you have any, please include information about your past </a:t>
            </a:r>
            <a:r>
              <a:rPr lang="en-US" b="0" i="0">
                <a:solidFill>
                  <a:srgbClr val="2D292A"/>
                </a:solidFill>
                <a:effectLst/>
                <a:latin typeface="Gotham"/>
              </a:rPr>
              <a:t>and projected </a:t>
            </a:r>
            <a:r>
              <a:rPr lang="en-US" b="0" i="0" dirty="0">
                <a:solidFill>
                  <a:srgbClr val="2D292A"/>
                </a:solidFill>
                <a:effectLst/>
                <a:latin typeface="Gotham"/>
              </a:rPr>
              <a:t>income, balance sheet, cash flow, cap table, and/or investments received so far.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149540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B3BBEB-ED84-BAEF-55F0-32050AE6B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b="1" dirty="0">
                <a:latin typeface="Calibri" panose="020F0502020204030204" pitchFamily="34" charset="0"/>
                <a:ea typeface="Apple SD GothicNeo ExtraBold" panose="02000300000000000000" pitchFamily="2" charset="-127"/>
                <a:cs typeface="Calibri" panose="020F0502020204030204" pitchFamily="34" charset="0"/>
              </a:rPr>
              <a:t>Vision</a:t>
            </a:r>
            <a:endParaRPr lang="ko-KR" altLang="en-US" b="1" dirty="0">
              <a:latin typeface="Calibri" panose="020F0502020204030204" pitchFamily="34" charset="0"/>
              <a:ea typeface="Apple SD GothicNeo ExtraBold" panose="02000300000000000000" pitchFamily="2" charset="-127"/>
              <a:cs typeface="Calibri" panose="020F0502020204030204" pitchFamily="34" charset="0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7F9631-7E9A-0969-1409-7FADF48FC9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 latinLnBrk="0"/>
            <a:r>
              <a:rPr lang="en-US" b="0" i="0" dirty="0">
                <a:solidFill>
                  <a:srgbClr val="2D292A"/>
                </a:solidFill>
                <a:effectLst/>
                <a:latin typeface="Gotham"/>
              </a:rPr>
              <a:t>If all goes well, what will you have built in five years?</a:t>
            </a:r>
            <a:endParaRPr kumimoji="1"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38903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2206</TotalTime>
  <Words>240</Words>
  <Application>Microsoft Macintosh PowerPoint</Application>
  <PresentationFormat>Widescreen</PresentationFormat>
  <Paragraphs>26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Gotham</vt:lpstr>
      <vt:lpstr>맑은 고딕</vt:lpstr>
      <vt:lpstr>Arial</vt:lpstr>
      <vt:lpstr>Calibri</vt:lpstr>
      <vt:lpstr>Office 테마</vt:lpstr>
      <vt:lpstr>Name of Company</vt:lpstr>
      <vt:lpstr>Problem</vt:lpstr>
      <vt:lpstr>Solution</vt:lpstr>
      <vt:lpstr>Product</vt:lpstr>
      <vt:lpstr>Why Now?</vt:lpstr>
      <vt:lpstr>Market Size</vt:lpstr>
      <vt:lpstr>Competition</vt:lpstr>
      <vt:lpstr>Business Model</vt:lpstr>
      <vt:lpstr>Team</vt:lpstr>
      <vt:lpstr>Financials</vt:lpstr>
      <vt:lpstr>Vision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Pitch deck</dc:title>
  <dc:creator>송경섭</dc:creator>
  <cp:lastModifiedBy>Lim Jae Jin</cp:lastModifiedBy>
  <cp:revision>17</cp:revision>
  <dcterms:created xsi:type="dcterms:W3CDTF">2023-03-26T09:49:27Z</dcterms:created>
  <dcterms:modified xsi:type="dcterms:W3CDTF">2024-01-08T07:24:12Z</dcterms:modified>
</cp:coreProperties>
</file>